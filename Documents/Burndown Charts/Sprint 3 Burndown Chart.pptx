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Lato" charset="1" panose="020F0502020204030203"/>
      <p:regular r:id="rId7"/>
    </p:embeddedFont>
    <p:embeddedFont>
      <p:font typeface="Helios Extended Bold" charset="1" panose="0200080505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691" y="9683062"/>
            <a:ext cx="2003497" cy="422688"/>
            <a:chOff x="0" y="0"/>
            <a:chExt cx="2671330" cy="563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0364" cy="563442"/>
            </a:xfrm>
            <a:custGeom>
              <a:avLst/>
              <a:gdLst/>
              <a:ahLst/>
              <a:cxnLst/>
              <a:rect r="r" b="b" t="t" l="l"/>
              <a:pathLst>
                <a:path h="563442" w="510364">
                  <a:moveTo>
                    <a:pt x="0" y="0"/>
                  </a:moveTo>
                  <a:lnTo>
                    <a:pt x="510364" y="0"/>
                  </a:lnTo>
                  <a:lnTo>
                    <a:pt x="510364" y="563442"/>
                  </a:lnTo>
                  <a:lnTo>
                    <a:pt x="0" y="563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706968" y="173573"/>
              <a:ext cx="1964362" cy="390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9"/>
                </a:lnSpc>
                <a:spcBef>
                  <a:spcPct val="0"/>
                </a:spcBef>
              </a:pPr>
              <a:r>
                <a:rPr lang="en-US" sz="1720" spc="172">
                  <a:solidFill>
                    <a:srgbClr val="006D77"/>
                  </a:solidFill>
                  <a:latin typeface="Lato"/>
                  <a:ea typeface="Lato"/>
                  <a:cs typeface="Lato"/>
                  <a:sym typeface="Lato"/>
                </a:rPr>
                <a:t>Team Nexus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69157" y="1189436"/>
            <a:ext cx="12043087" cy="8489391"/>
          </a:xfrm>
          <a:prstGeom prst="rect">
            <a:avLst/>
          </a:prstGeom>
        </p:spPr>
      </p:pic>
      <p:graphicFrame>
        <p:nvGraphicFramePr>
          <p:cNvPr name="Object 6" id="6"/>
          <p:cNvGraphicFramePr/>
          <p:nvPr/>
        </p:nvGraphicFramePr>
        <p:xfrm>
          <a:off x="1028700" y="3429000"/>
          <a:ext cx="4119944" cy="2571750"/>
        </p:xfrm>
        <a:graphic>
          <a:graphicData uri="http://schemas.openxmlformats.org/presentationml/2006/ole">
            <p:oleObj imgW="4940300" imgH="3390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979346" y="774383"/>
            <a:ext cx="14329308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 spc="21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BURNDOWN 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DAHJXjExg2M</dc:identifier>
  <dcterms:modified xsi:type="dcterms:W3CDTF">2011-08-01T06:04:30Z</dcterms:modified>
  <cp:revision>1</cp:revision>
  <dc:title>Mind Mirror Sprint 3</dc:title>
</cp:coreProperties>
</file>